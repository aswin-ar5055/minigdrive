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5858"/>
    <a:srgbClr val="00E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20888-1927-4AE9-9493-D72B11935FC4}" v="103" dt="2025-07-31T20:03:47.889"/>
    <p1510:client id="{9DC1A2D0-5469-46D7-B9DF-5B1BCF37E188}" v="420" dt="2025-07-31T19:36:15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f87da80e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f87da80e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3f87da80e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3f87da80e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3f87da80e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3f87da80e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3f87da80e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3f87da80e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3f87da80e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3f87da80e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3f87da80e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3f87da80e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3f87da80e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3f87da80e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3f87da80e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3f87da80e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3f93f4c8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3f93f4c8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3f93f4c8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3f93f4c8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3f93f4c8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3f93f4c8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3f93f4c8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3f93f4c8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f93f4c8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73f93f4c8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3f93f4c8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3f93f4c8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3f93f4c8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3f93f4c8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 rot="243">
            <a:off x="4750725" y="3744900"/>
            <a:ext cx="4252800" cy="10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1600" b="1" err="1">
                <a:latin typeface="Arial"/>
                <a:ea typeface="Arial"/>
                <a:cs typeface="Arial"/>
                <a:sym typeface="Arial"/>
              </a:rPr>
              <a:t>Built</a:t>
            </a:r>
            <a:r>
              <a:rPr lang="ta" sz="16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a" sz="1600" b="1" err="1"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ta" sz="1600" b="1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a" sz="1600" err="1">
                <a:latin typeface="Arial"/>
                <a:ea typeface="Arial"/>
                <a:cs typeface="Arial"/>
                <a:sym typeface="Arial"/>
              </a:rPr>
              <a:t>Aswin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a" sz="1600" err="1">
                <a:latin typeface="Arial"/>
                <a:ea typeface="Arial"/>
                <a:cs typeface="Arial"/>
                <a:sym typeface="Arial"/>
              </a:rPr>
              <a:t>Raj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A &amp; </a:t>
            </a:r>
            <a:r>
              <a:rPr lang="ta" sz="1600" err="1">
                <a:latin typeface="Arial"/>
                <a:ea typeface="Arial"/>
                <a:cs typeface="Arial"/>
                <a:sym typeface="Arial"/>
              </a:rPr>
              <a:t>Mohamed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a" sz="1600" err="1">
                <a:latin typeface="Arial"/>
                <a:ea typeface="Arial"/>
                <a:cs typeface="Arial"/>
                <a:sym typeface="Arial"/>
              </a:rPr>
              <a:t>Suhail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1600" err="1">
                <a:solidFill>
                  <a:srgbClr val="00EB6A"/>
                </a:solidFill>
                <a:latin typeface="Arial"/>
                <a:ea typeface="Arial"/>
                <a:cs typeface="Arial"/>
                <a:sym typeface="Arial"/>
              </a:rPr>
              <a:t>Secure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ta" sz="1600" err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r>
              <a:rPr lang="ta" sz="1600"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ta" sz="1600" err="1">
                <a:solidFill>
                  <a:srgbClr val="FC5858"/>
                </a:solidFill>
                <a:latin typeface="Arial"/>
                <a:ea typeface="Arial"/>
                <a:cs typeface="Arial"/>
                <a:sym typeface="Arial"/>
              </a:rPr>
              <a:t>Smart</a:t>
            </a:r>
            <a:endParaRPr sz="1600" err="1">
              <a:solidFill>
                <a:srgbClr val="FC58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b="1"/>
              <a:t>MINIGDRIVE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2050"/>
              <a:t>A </a:t>
            </a:r>
            <a:r>
              <a:rPr lang="ta" sz="2050" err="1"/>
              <a:t>Full-Stack</a:t>
            </a:r>
            <a:r>
              <a:rPr lang="ta" sz="2050"/>
              <a:t> </a:t>
            </a:r>
            <a:r>
              <a:rPr lang="ta" sz="2050" err="1"/>
              <a:t>Cloud</a:t>
            </a:r>
            <a:r>
              <a:rPr lang="ta" sz="2050"/>
              <a:t> </a:t>
            </a:r>
            <a:r>
              <a:rPr lang="ta" sz="2050" err="1"/>
              <a:t>Storage</a:t>
            </a:r>
            <a:r>
              <a:rPr lang="ta" sz="2050"/>
              <a:t> </a:t>
            </a:r>
            <a:r>
              <a:rPr lang="ta" sz="2050" err="1"/>
              <a:t>Platform</a:t>
            </a:r>
            <a:endParaRPr sz="2050" err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uild="p"/>
      <p:bldP spid="1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4410-CE7C-0323-7D98-BEDF5A9D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718" y="1999085"/>
            <a:ext cx="4587000" cy="1148700"/>
          </a:xfrm>
        </p:spPr>
        <p:txBody>
          <a:bodyPr>
            <a:noAutofit/>
          </a:bodyPr>
          <a:lstStyle/>
          <a:p>
            <a:r>
              <a:rPr lang="en-GB" sz="7200" b="1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89725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049491" y="878986"/>
            <a:ext cx="7038900" cy="817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What</a:t>
            </a:r>
            <a:r>
              <a:rPr lang="ta" sz="3200" b="1"/>
              <a:t> </a:t>
            </a:r>
            <a:r>
              <a:rPr lang="ta" sz="3200" b="1" err="1"/>
              <a:t>is</a:t>
            </a:r>
            <a:r>
              <a:rPr lang="ta" sz="3200" b="1"/>
              <a:t> </a:t>
            </a:r>
            <a:r>
              <a:rPr lang="ta" sz="3200" b="1" err="1"/>
              <a:t>MiniGDrive</a:t>
            </a:r>
            <a:r>
              <a:rPr lang="ta" sz="3200" b="1"/>
              <a:t>?</a:t>
            </a:r>
            <a:endParaRPr lang="en-US" sz="3200" b="1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049491" y="1837125"/>
            <a:ext cx="7038900" cy="18113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-457200" algn="l" rtl="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ta" sz="2600"/>
              <a:t>A </a:t>
            </a:r>
            <a:r>
              <a:rPr lang="ta" sz="2600" err="1"/>
              <a:t>lightweight</a:t>
            </a:r>
            <a:r>
              <a:rPr lang="ta" sz="2600"/>
              <a:t>, </a:t>
            </a:r>
            <a:r>
              <a:rPr lang="ta" sz="2600" err="1"/>
              <a:t>responsive</a:t>
            </a:r>
            <a:r>
              <a:rPr lang="ta" sz="2600"/>
              <a:t> </a:t>
            </a:r>
            <a:r>
              <a:rPr lang="ta" sz="2600" err="1"/>
              <a:t>cloud-based</a:t>
            </a:r>
            <a:r>
              <a:rPr lang="ta" sz="2600"/>
              <a:t> </a:t>
            </a:r>
            <a:r>
              <a:rPr lang="ta" sz="2600" err="1"/>
              <a:t>file</a:t>
            </a:r>
            <a:r>
              <a:rPr lang="ta" sz="2600"/>
              <a:t> </a:t>
            </a:r>
            <a:r>
              <a:rPr lang="ta" sz="2600" err="1"/>
              <a:t>storage</a:t>
            </a:r>
            <a:r>
              <a:rPr lang="ta" sz="2600"/>
              <a:t> </a:t>
            </a:r>
            <a:r>
              <a:rPr lang="ta" sz="2600" err="1"/>
              <a:t>and</a:t>
            </a:r>
            <a:r>
              <a:rPr lang="ta" sz="2600"/>
              <a:t> </a:t>
            </a:r>
            <a:r>
              <a:rPr lang="ta" sz="2600" err="1"/>
              <a:t>management</a:t>
            </a:r>
            <a:r>
              <a:rPr lang="ta" sz="2600"/>
              <a:t> </a:t>
            </a:r>
            <a:r>
              <a:rPr lang="ta" sz="2600" err="1"/>
              <a:t>application</a:t>
            </a:r>
            <a:r>
              <a:rPr lang="ta" sz="2600"/>
              <a:t>.</a:t>
            </a:r>
            <a:endParaRPr lang="en-US"/>
          </a:p>
          <a:p>
            <a:pPr indent="-457200">
              <a:lnSpc>
                <a:spcPct val="114999"/>
              </a:lnSpc>
              <a:spcAft>
                <a:spcPts val="1200"/>
              </a:spcAft>
              <a:buFont typeface="Arial"/>
              <a:buChar char="•"/>
            </a:pPr>
            <a:r>
              <a:rPr lang="ta" sz="2600" err="1"/>
              <a:t>It</a:t>
            </a:r>
            <a:r>
              <a:rPr lang="ta" sz="2600"/>
              <a:t> </a:t>
            </a:r>
            <a:r>
              <a:rPr lang="ta" sz="2600" err="1"/>
              <a:t>enables</a:t>
            </a:r>
            <a:r>
              <a:rPr lang="ta" sz="2600"/>
              <a:t> </a:t>
            </a:r>
            <a:r>
              <a:rPr lang="ta" sz="2600" err="1"/>
              <a:t>users</a:t>
            </a:r>
            <a:r>
              <a:rPr lang="ta" sz="2600"/>
              <a:t> </a:t>
            </a:r>
            <a:r>
              <a:rPr lang="ta" sz="2600" err="1"/>
              <a:t>to</a:t>
            </a:r>
            <a:r>
              <a:rPr lang="ta" sz="2600"/>
              <a:t> </a:t>
            </a:r>
            <a:r>
              <a:rPr lang="ta" sz="2600" err="1"/>
              <a:t>securely</a:t>
            </a:r>
            <a:r>
              <a:rPr lang="ta" sz="2600"/>
              <a:t> </a:t>
            </a:r>
            <a:r>
              <a:rPr lang="ta" sz="2600" err="1"/>
              <a:t>register</a:t>
            </a:r>
            <a:r>
              <a:rPr lang="ta" sz="2600"/>
              <a:t>, </a:t>
            </a:r>
            <a:r>
              <a:rPr lang="ta" sz="2600" err="1"/>
              <a:t>login</a:t>
            </a:r>
            <a:r>
              <a:rPr lang="ta" sz="2600"/>
              <a:t>, </a:t>
            </a:r>
            <a:r>
              <a:rPr lang="ta" sz="2600" err="1"/>
              <a:t>upload</a:t>
            </a:r>
            <a:r>
              <a:rPr lang="ta" sz="2600"/>
              <a:t>, </a:t>
            </a:r>
            <a:r>
              <a:rPr lang="ta" sz="2600" err="1"/>
              <a:t>download</a:t>
            </a:r>
            <a:r>
              <a:rPr lang="ta" sz="2600"/>
              <a:t>, </a:t>
            </a:r>
            <a:r>
              <a:rPr lang="ta" sz="2600" err="1"/>
              <a:t>and</a:t>
            </a:r>
            <a:r>
              <a:rPr lang="ta" sz="2600"/>
              <a:t> </a:t>
            </a:r>
            <a:r>
              <a:rPr lang="ta" sz="2600" err="1"/>
              <a:t>manage</a:t>
            </a:r>
            <a:r>
              <a:rPr lang="ta" sz="2600"/>
              <a:t> </a:t>
            </a:r>
            <a:r>
              <a:rPr lang="ta" sz="2600" err="1"/>
              <a:t>their</a:t>
            </a:r>
            <a:r>
              <a:rPr lang="ta" sz="2600"/>
              <a:t> </a:t>
            </a:r>
            <a:r>
              <a:rPr lang="ta" sz="2600" err="1"/>
              <a:t>files</a:t>
            </a:r>
            <a:r>
              <a:rPr lang="ta" sz="260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body" idx="4294967295"/>
          </p:nvPr>
        </p:nvSpPr>
        <p:spPr>
          <a:xfrm>
            <a:off x="4293450" y="185875"/>
            <a:ext cx="47481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ta" sz="55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5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758944" y="812860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7200" b="1" err="1"/>
              <a:t>Key</a:t>
            </a:r>
            <a:r>
              <a:rPr lang="ta" sz="7200" b="1"/>
              <a:t> </a:t>
            </a:r>
            <a:r>
              <a:rPr lang="ta" sz="7200" b="1" err="1"/>
              <a:t>Features</a:t>
            </a:r>
            <a:endParaRPr lang="en-US" sz="7200" b="1" err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049491" y="878986"/>
            <a:ext cx="7038900" cy="1021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Secure</a:t>
            </a:r>
            <a:r>
              <a:rPr lang="ta" sz="3200" b="1"/>
              <a:t> </a:t>
            </a:r>
            <a:r>
              <a:rPr lang="ta" sz="3200" b="1" err="1"/>
              <a:t>Authentication</a:t>
            </a:r>
            <a:endParaRPr lang="en-US" sz="3200" b="1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049491" y="1891041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600" err="1"/>
              <a:t>User</a:t>
            </a:r>
            <a:r>
              <a:rPr lang="ta" sz="2600"/>
              <a:t> </a:t>
            </a:r>
            <a:r>
              <a:rPr lang="ta" sz="2600" err="1"/>
              <a:t>registration</a:t>
            </a:r>
            <a:r>
              <a:rPr lang="ta" sz="2600"/>
              <a:t> </a:t>
            </a:r>
            <a:r>
              <a:rPr lang="ta" sz="2600" err="1"/>
              <a:t>and</a:t>
            </a:r>
            <a:r>
              <a:rPr lang="ta" sz="2600"/>
              <a:t> </a:t>
            </a:r>
            <a:r>
              <a:rPr lang="ta" sz="2600" err="1"/>
              <a:t>login</a:t>
            </a:r>
            <a:endParaRPr lang="en-US" sz="2600" err="1"/>
          </a:p>
          <a:p>
            <a:pPr lvl="0" indent="-457200" algn="l" rtl="0"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r>
              <a:rPr lang="ta" sz="2600" err="1"/>
              <a:t>Password</a:t>
            </a:r>
            <a:r>
              <a:rPr lang="ta" sz="2600"/>
              <a:t> </a:t>
            </a:r>
            <a:r>
              <a:rPr lang="ta" sz="2600" err="1"/>
              <a:t>hashing</a:t>
            </a:r>
            <a:r>
              <a:rPr lang="ta" sz="2600"/>
              <a:t> </a:t>
            </a:r>
            <a:r>
              <a:rPr lang="ta" sz="2600" err="1"/>
              <a:t>and</a:t>
            </a:r>
            <a:r>
              <a:rPr lang="ta" sz="2600"/>
              <a:t> </a:t>
            </a:r>
            <a:r>
              <a:rPr lang="ta" sz="2600" err="1"/>
              <a:t>session</a:t>
            </a:r>
            <a:r>
              <a:rPr lang="ta" sz="2600"/>
              <a:t> </a:t>
            </a:r>
            <a:r>
              <a:rPr lang="ta" sz="2600" err="1"/>
              <a:t>management</a:t>
            </a:r>
            <a:endParaRPr sz="2600" err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049491" y="878986"/>
            <a:ext cx="7038900" cy="1118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File</a:t>
            </a:r>
            <a:r>
              <a:rPr lang="ta" sz="3200" b="1"/>
              <a:t> </a:t>
            </a:r>
            <a:r>
              <a:rPr lang="ta" sz="3200" b="1" err="1"/>
              <a:t>Management</a:t>
            </a:r>
            <a:endParaRPr lang="en-US" sz="3200" b="1" err="1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049491" y="1793993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600" err="1"/>
              <a:t>Upload</a:t>
            </a:r>
            <a:r>
              <a:rPr lang="ta" sz="2600"/>
              <a:t>, </a:t>
            </a:r>
            <a:r>
              <a:rPr lang="ta" sz="2600" err="1"/>
              <a:t>download</a:t>
            </a:r>
            <a:r>
              <a:rPr lang="ta" sz="2600"/>
              <a:t>, </a:t>
            </a:r>
            <a:r>
              <a:rPr lang="ta" sz="2600" err="1"/>
              <a:t>trash</a:t>
            </a:r>
            <a:r>
              <a:rPr lang="ta" sz="2600"/>
              <a:t>/</a:t>
            </a:r>
            <a:r>
              <a:rPr lang="ta" sz="2600" err="1"/>
              <a:t>restore</a:t>
            </a:r>
            <a:r>
              <a:rPr lang="ta" sz="2600"/>
              <a:t>, </a:t>
            </a:r>
            <a:r>
              <a:rPr lang="ta" sz="2600" err="1"/>
              <a:t>bulk</a:t>
            </a:r>
            <a:r>
              <a:rPr lang="ta" sz="2600"/>
              <a:t> </a:t>
            </a:r>
            <a:r>
              <a:rPr lang="ta" sz="2600" err="1"/>
              <a:t>actions</a:t>
            </a:r>
            <a:endParaRPr lang="en-US" sz="2600" err="1"/>
          </a:p>
          <a:p>
            <a:pPr lvl="0" indent="-4572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600" err="1"/>
              <a:t>Responsive</a:t>
            </a:r>
            <a:r>
              <a:rPr lang="ta" sz="2600"/>
              <a:t> </a:t>
            </a:r>
            <a:r>
              <a:rPr lang="ta" sz="2600" err="1"/>
              <a:t>dashboard</a:t>
            </a:r>
            <a:r>
              <a:rPr lang="ta" sz="2600"/>
              <a:t> </a:t>
            </a:r>
            <a:r>
              <a:rPr lang="ta" sz="2600" err="1"/>
              <a:t>for</a:t>
            </a:r>
            <a:r>
              <a:rPr lang="ta" sz="2600"/>
              <a:t> </a:t>
            </a:r>
            <a:r>
              <a:rPr lang="ta" sz="2600" err="1"/>
              <a:t>both</a:t>
            </a:r>
            <a:r>
              <a:rPr lang="ta" sz="2600"/>
              <a:t> </a:t>
            </a:r>
            <a:r>
              <a:rPr lang="ta" sz="2600" err="1"/>
              <a:t>desktop</a:t>
            </a:r>
            <a:r>
              <a:rPr lang="ta" sz="2600"/>
              <a:t> </a:t>
            </a:r>
            <a:r>
              <a:rPr lang="ta" sz="2600" err="1"/>
              <a:t>and</a:t>
            </a:r>
            <a:r>
              <a:rPr lang="ta" sz="2600"/>
              <a:t> </a:t>
            </a:r>
            <a:r>
              <a:rPr lang="ta" sz="2600" err="1"/>
              <a:t>mobile</a:t>
            </a:r>
            <a:endParaRPr sz="2600" err="1"/>
          </a:p>
          <a:p>
            <a:pPr marL="285750" lvl="0" indent="-285750" algn="l" rtl="0"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15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049491" y="878986"/>
            <a:ext cx="7038900" cy="1075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Voice</a:t>
            </a:r>
            <a:r>
              <a:rPr lang="ta" sz="3200" b="1"/>
              <a:t> &amp; </a:t>
            </a:r>
            <a:r>
              <a:rPr lang="ta" sz="3200" b="1" err="1"/>
              <a:t>Language</a:t>
            </a:r>
            <a:r>
              <a:rPr lang="ta" sz="3200" b="1"/>
              <a:t> </a:t>
            </a:r>
            <a:r>
              <a:rPr lang="ta" sz="3200" b="1" err="1"/>
              <a:t>Support</a:t>
            </a:r>
            <a:endParaRPr lang="en-US" sz="3200" b="1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049491" y="174688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600" err="1"/>
              <a:t>Voice</a:t>
            </a:r>
            <a:r>
              <a:rPr lang="ta" sz="2600"/>
              <a:t> </a:t>
            </a:r>
            <a:r>
              <a:rPr lang="ta" sz="2600" err="1"/>
              <a:t>Command</a:t>
            </a:r>
            <a:r>
              <a:rPr lang="ta" sz="2600"/>
              <a:t> </a:t>
            </a:r>
            <a:r>
              <a:rPr lang="ta" sz="2600" err="1"/>
              <a:t>Support</a:t>
            </a:r>
            <a:r>
              <a:rPr lang="ta" sz="2600"/>
              <a:t>: </a:t>
            </a:r>
            <a:r>
              <a:rPr lang="ta" sz="2600" err="1"/>
              <a:t>Perform</a:t>
            </a:r>
            <a:r>
              <a:rPr lang="ta" sz="2600"/>
              <a:t> </a:t>
            </a:r>
            <a:r>
              <a:rPr lang="ta" sz="2600" err="1"/>
              <a:t>actions</a:t>
            </a:r>
            <a:r>
              <a:rPr lang="ta" sz="2600"/>
              <a:t> </a:t>
            </a:r>
            <a:r>
              <a:rPr lang="ta" sz="2600" err="1"/>
              <a:t>hands-free</a:t>
            </a:r>
            <a:r>
              <a:rPr lang="ta" sz="2600"/>
              <a:t> </a:t>
            </a:r>
            <a:r>
              <a:rPr lang="ta" sz="2600" err="1"/>
              <a:t>using</a:t>
            </a:r>
            <a:r>
              <a:rPr lang="ta" sz="2600"/>
              <a:t> </a:t>
            </a:r>
            <a:r>
              <a:rPr lang="ta" sz="2600" err="1"/>
              <a:t>the</a:t>
            </a:r>
            <a:r>
              <a:rPr lang="ta" sz="2600"/>
              <a:t> </a:t>
            </a:r>
            <a:r>
              <a:rPr lang="ta" sz="2600" err="1"/>
              <a:t>Web</a:t>
            </a:r>
            <a:r>
              <a:rPr lang="ta" sz="2600"/>
              <a:t> </a:t>
            </a:r>
            <a:r>
              <a:rPr lang="ta" sz="2600" err="1"/>
              <a:t>Speech</a:t>
            </a:r>
            <a:r>
              <a:rPr lang="ta" sz="2600"/>
              <a:t> API.</a:t>
            </a:r>
            <a:endParaRPr lang="en-US" sz="2600"/>
          </a:p>
          <a:p>
            <a:pPr lvl="0" indent="-4572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600" err="1"/>
              <a:t>Multilingual</a:t>
            </a:r>
            <a:r>
              <a:rPr lang="ta" sz="2600"/>
              <a:t> </a:t>
            </a:r>
            <a:r>
              <a:rPr lang="ta" sz="2600" err="1"/>
              <a:t>Support</a:t>
            </a:r>
            <a:r>
              <a:rPr lang="ta" sz="2600"/>
              <a:t>: </a:t>
            </a:r>
            <a:r>
              <a:rPr lang="ta" sz="2600" err="1"/>
              <a:t>Supports</a:t>
            </a:r>
            <a:r>
              <a:rPr lang="ta" sz="2600"/>
              <a:t> </a:t>
            </a:r>
            <a:r>
              <a:rPr lang="ta" sz="2600" err="1"/>
              <a:t>English</a:t>
            </a:r>
            <a:r>
              <a:rPr lang="ta" sz="2600"/>
              <a:t>, </a:t>
            </a:r>
            <a:r>
              <a:rPr lang="ta" sz="2600" err="1"/>
              <a:t>Tamil</a:t>
            </a:r>
            <a:r>
              <a:rPr lang="ta" sz="2600"/>
              <a:t>, </a:t>
            </a:r>
            <a:r>
              <a:rPr lang="ta" sz="2600" err="1"/>
              <a:t>and</a:t>
            </a:r>
            <a:r>
              <a:rPr lang="ta" sz="2600"/>
              <a:t> </a:t>
            </a:r>
            <a:r>
              <a:rPr lang="ta" sz="2600" err="1"/>
              <a:t>Hindi</a:t>
            </a:r>
            <a:r>
              <a:rPr lang="ta" sz="2600"/>
              <a:t>.</a:t>
            </a:r>
            <a:endParaRPr sz="2600"/>
          </a:p>
          <a:p>
            <a:pPr lvl="0" indent="-457200" algn="l" rtl="0"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049491" y="889769"/>
            <a:ext cx="7038900" cy="9787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Tech</a:t>
            </a:r>
            <a:r>
              <a:rPr lang="ta" sz="3200" b="1"/>
              <a:t> </a:t>
            </a:r>
            <a:r>
              <a:rPr lang="ta" sz="3200" b="1" err="1"/>
              <a:t>Stack</a:t>
            </a:r>
            <a:endParaRPr lang="en-US" sz="3200" b="1" err="1"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049491" y="1718513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Frontend</a:t>
            </a:r>
            <a:r>
              <a:rPr lang="ta" sz="2200"/>
              <a:t>: HTML, CSS, </a:t>
            </a:r>
            <a:r>
              <a:rPr lang="ta" sz="2200" err="1"/>
              <a:t>JavaScript</a:t>
            </a:r>
            <a:endParaRPr lang="en-US" sz="2200"/>
          </a:p>
          <a:p>
            <a:pPr lvl="0" indent="-4572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Backend</a:t>
            </a:r>
            <a:r>
              <a:rPr lang="ta" sz="2200"/>
              <a:t>: </a:t>
            </a:r>
            <a:r>
              <a:rPr lang="ta" sz="2200" err="1"/>
              <a:t>Flask</a:t>
            </a:r>
            <a:r>
              <a:rPr lang="ta" sz="2200"/>
              <a:t> (</a:t>
            </a:r>
            <a:r>
              <a:rPr lang="ta" sz="2200" err="1"/>
              <a:t>Python</a:t>
            </a:r>
            <a:r>
              <a:rPr lang="ta" sz="2200"/>
              <a:t>), </a:t>
            </a:r>
            <a:r>
              <a:rPr lang="ta" sz="2200" err="1"/>
              <a:t>SQLite</a:t>
            </a:r>
            <a:endParaRPr sz="2200"/>
          </a:p>
          <a:p>
            <a:pPr lvl="0" indent="-4572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DevOps</a:t>
            </a:r>
            <a:r>
              <a:rPr lang="ta" sz="2200"/>
              <a:t>: </a:t>
            </a:r>
            <a:r>
              <a:rPr lang="ta" sz="2200" err="1"/>
              <a:t>Docker</a:t>
            </a:r>
            <a:r>
              <a:rPr lang="ta" sz="2200"/>
              <a:t>, </a:t>
            </a:r>
            <a:r>
              <a:rPr lang="ta" sz="2200" err="1"/>
              <a:t>GitHub</a:t>
            </a:r>
            <a:r>
              <a:rPr lang="ta" sz="2200"/>
              <a:t> </a:t>
            </a:r>
            <a:r>
              <a:rPr lang="ta" sz="2200" err="1"/>
              <a:t>Actions</a:t>
            </a:r>
            <a:r>
              <a:rPr lang="ta" sz="2200"/>
              <a:t>, AWS EC2</a:t>
            </a:r>
            <a:endParaRPr sz="2200"/>
          </a:p>
          <a:p>
            <a:pPr lvl="0" indent="-4572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Security</a:t>
            </a:r>
            <a:r>
              <a:rPr lang="ta" sz="2200"/>
              <a:t>: HTTPS </a:t>
            </a:r>
            <a:r>
              <a:rPr lang="ta" sz="2200" err="1"/>
              <a:t>via</a:t>
            </a:r>
            <a:r>
              <a:rPr lang="ta" sz="2200"/>
              <a:t> </a:t>
            </a:r>
            <a:r>
              <a:rPr lang="ta" sz="2200" err="1"/>
              <a:t>CloudFront</a:t>
            </a:r>
            <a:r>
              <a:rPr lang="ta" sz="2200"/>
              <a:t>, </a:t>
            </a:r>
            <a:r>
              <a:rPr lang="ta" sz="2200" err="1"/>
              <a:t>Secure</a:t>
            </a:r>
            <a:r>
              <a:rPr lang="ta" sz="2200"/>
              <a:t> </a:t>
            </a:r>
            <a:r>
              <a:rPr lang="ta" sz="2200" err="1"/>
              <a:t>File</a:t>
            </a:r>
            <a:r>
              <a:rPr lang="ta" sz="2200"/>
              <a:t> </a:t>
            </a:r>
            <a:r>
              <a:rPr lang="ta" sz="2200" err="1"/>
              <a:t>Handling</a:t>
            </a:r>
            <a:endParaRPr sz="2200" err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  <p:bldP spid="17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049491" y="900552"/>
            <a:ext cx="7038900" cy="968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DevOps</a:t>
            </a:r>
            <a:r>
              <a:rPr lang="ta" sz="3200" b="1"/>
              <a:t> &amp; </a:t>
            </a:r>
            <a:r>
              <a:rPr lang="ta" sz="3200" b="1" err="1"/>
              <a:t>Deployment</a:t>
            </a:r>
            <a:endParaRPr lang="en-US" sz="3200" b="1" err="1"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049491" y="1718512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200"/>
              <a:t>CI/CD </a:t>
            </a:r>
            <a:r>
              <a:rPr lang="ta" sz="2200" err="1"/>
              <a:t>Pipeline</a:t>
            </a:r>
            <a:r>
              <a:rPr lang="ta" sz="2200"/>
              <a:t>: </a:t>
            </a:r>
            <a:r>
              <a:rPr lang="ta" sz="2200" err="1"/>
              <a:t>Automated</a:t>
            </a:r>
            <a:r>
              <a:rPr lang="ta" sz="2200"/>
              <a:t> </a:t>
            </a:r>
            <a:r>
              <a:rPr lang="ta" sz="2200" err="1"/>
              <a:t>deployments</a:t>
            </a:r>
            <a:r>
              <a:rPr lang="ta" sz="2200"/>
              <a:t> </a:t>
            </a:r>
            <a:r>
              <a:rPr lang="ta" sz="2200" err="1"/>
              <a:t>with</a:t>
            </a:r>
            <a:r>
              <a:rPr lang="ta" sz="2200"/>
              <a:t> </a:t>
            </a:r>
            <a:r>
              <a:rPr lang="ta" sz="2200" err="1"/>
              <a:t>GitHub</a:t>
            </a:r>
            <a:r>
              <a:rPr lang="ta" sz="2200"/>
              <a:t> </a:t>
            </a:r>
            <a:r>
              <a:rPr lang="ta" sz="2200" err="1"/>
              <a:t>Actions</a:t>
            </a:r>
            <a:r>
              <a:rPr lang="ta" sz="2200"/>
              <a:t>.</a:t>
            </a:r>
            <a:endParaRPr lang="en-US" sz="2200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Hosting</a:t>
            </a:r>
            <a:r>
              <a:rPr lang="ta" sz="2200"/>
              <a:t>: </a:t>
            </a:r>
            <a:r>
              <a:rPr lang="ta" sz="2200" err="1"/>
              <a:t>Deployed</a:t>
            </a:r>
            <a:r>
              <a:rPr lang="ta" sz="2200"/>
              <a:t> </a:t>
            </a:r>
            <a:r>
              <a:rPr lang="ta" sz="2200" err="1"/>
              <a:t>on</a:t>
            </a:r>
            <a:r>
              <a:rPr lang="ta" sz="2200"/>
              <a:t> AWS EC2.</a:t>
            </a:r>
            <a:endParaRPr sz="2200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Security</a:t>
            </a:r>
            <a:r>
              <a:rPr lang="ta" sz="2200"/>
              <a:t>: </a:t>
            </a:r>
            <a:r>
              <a:rPr lang="ta" sz="2200" err="1"/>
              <a:t>Served</a:t>
            </a:r>
            <a:r>
              <a:rPr lang="ta" sz="2200"/>
              <a:t> </a:t>
            </a:r>
            <a:r>
              <a:rPr lang="ta" sz="2200" err="1"/>
              <a:t>securely</a:t>
            </a:r>
            <a:r>
              <a:rPr lang="ta" sz="2200"/>
              <a:t> </a:t>
            </a:r>
            <a:r>
              <a:rPr lang="ta" sz="2200" err="1"/>
              <a:t>via</a:t>
            </a:r>
            <a:r>
              <a:rPr lang="ta" sz="2200"/>
              <a:t> </a:t>
            </a:r>
            <a:r>
              <a:rPr lang="ta" sz="2200" err="1"/>
              <a:t>CloudFront</a:t>
            </a:r>
            <a:r>
              <a:rPr lang="ta" sz="2200"/>
              <a:t> CDN </a:t>
            </a:r>
            <a:r>
              <a:rPr lang="ta" sz="2200" err="1"/>
              <a:t>with</a:t>
            </a:r>
            <a:r>
              <a:rPr lang="ta" sz="2200"/>
              <a:t> HTTPS </a:t>
            </a:r>
            <a:r>
              <a:rPr lang="ta" sz="2200" err="1"/>
              <a:t>encryption</a:t>
            </a:r>
            <a:r>
              <a:rPr lang="ta" sz="2200"/>
              <a:t>.</a:t>
            </a:r>
            <a:endParaRPr sz="2200"/>
          </a:p>
          <a:p>
            <a:pPr marL="342900" lvl="0" indent="-342900" algn="l" rtl="0"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813067" y="812860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4800" b="1" err="1"/>
              <a:t>Application</a:t>
            </a:r>
            <a:endParaRPr lang="en-US" sz="4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4800" b="1" err="1"/>
              <a:t>Screenshots</a:t>
            </a:r>
            <a:endParaRPr sz="48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>
            <a:spLocks noGrp="1"/>
          </p:cNvSpPr>
          <p:nvPr>
            <p:ph type="title"/>
          </p:nvPr>
        </p:nvSpPr>
        <p:spPr>
          <a:xfrm>
            <a:off x="1052550" y="404533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b="1" u="sng" err="1"/>
              <a:t>Login</a:t>
            </a:r>
            <a:r>
              <a:rPr lang="ta" b="1" u="sng"/>
              <a:t> </a:t>
            </a:r>
            <a:r>
              <a:rPr lang="ta" b="1" u="sng" err="1"/>
              <a:t>Page</a:t>
            </a:r>
            <a:endParaRPr lang="en-US" b="1" u="sng"/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224" y="1307841"/>
            <a:ext cx="7038899" cy="325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>
            <a:spLocks noGrp="1"/>
          </p:cNvSpPr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b="1" u="sng" err="1"/>
              <a:t>Dashboard</a:t>
            </a:r>
            <a:r>
              <a:rPr lang="ta" b="1" u="sng"/>
              <a:t> </a:t>
            </a:r>
            <a:r>
              <a:rPr lang="ta" b="1" u="sng" err="1"/>
              <a:t>Interface</a:t>
            </a:r>
            <a:endParaRPr lang="en-US" b="1" u="sng"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300" y="1307850"/>
            <a:ext cx="6663375" cy="307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1052550" y="4068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b="1" u="sng" err="1"/>
              <a:t>Trash</a:t>
            </a:r>
            <a:r>
              <a:rPr lang="ta" b="1" u="sng"/>
              <a:t> </a:t>
            </a:r>
            <a:r>
              <a:rPr lang="ta" b="1" u="sng" err="1"/>
              <a:t>and</a:t>
            </a:r>
            <a:r>
              <a:rPr lang="ta" b="1" u="sng"/>
              <a:t> </a:t>
            </a:r>
            <a:r>
              <a:rPr lang="ta" b="1" u="sng" err="1"/>
              <a:t>Restore</a:t>
            </a:r>
            <a:r>
              <a:rPr lang="ta" b="1" u="sng"/>
              <a:t> </a:t>
            </a:r>
            <a:r>
              <a:rPr lang="ta" b="1" u="sng" err="1"/>
              <a:t>Interface</a:t>
            </a:r>
            <a:endParaRPr lang="en-US" b="1" u="sng"/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320900"/>
            <a:ext cx="7038899" cy="325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1052550" y="4190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b="1" u="sng" err="1"/>
              <a:t>Mobile</a:t>
            </a:r>
            <a:r>
              <a:rPr lang="ta" b="1" u="sng"/>
              <a:t> </a:t>
            </a:r>
            <a:r>
              <a:rPr lang="ta" b="1" u="sng" err="1"/>
              <a:t>View</a:t>
            </a:r>
            <a:r>
              <a:rPr lang="ta" b="1" u="sng"/>
              <a:t> &amp; </a:t>
            </a:r>
            <a:r>
              <a:rPr lang="ta" b="1" u="sng" err="1"/>
              <a:t>Storage</a:t>
            </a:r>
            <a:r>
              <a:rPr lang="ta" b="1" u="sng"/>
              <a:t> </a:t>
            </a:r>
            <a:r>
              <a:rPr lang="ta" b="1" u="sng" err="1"/>
              <a:t>Visualization</a:t>
            </a:r>
            <a:endParaRPr lang="en-US" b="1" u="sng"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350" y="1206850"/>
            <a:ext cx="2308253" cy="35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428" y="1206850"/>
            <a:ext cx="2308253" cy="35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1049491" y="889769"/>
            <a:ext cx="7038900" cy="1118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ta" sz="3200" b="1" err="1"/>
              <a:t>What</a:t>
            </a:r>
            <a:r>
              <a:rPr lang="ta" sz="3200" b="1"/>
              <a:t> </a:t>
            </a:r>
            <a:r>
              <a:rPr lang="ta" sz="3200" b="1" err="1"/>
              <a:t>makes</a:t>
            </a:r>
            <a:r>
              <a:rPr lang="ta" sz="3200" b="1"/>
              <a:t> </a:t>
            </a:r>
            <a:r>
              <a:rPr lang="ta" sz="3200" b="1" err="1"/>
              <a:t>it</a:t>
            </a:r>
            <a:r>
              <a:rPr lang="ta" sz="3200" b="1"/>
              <a:t> </a:t>
            </a:r>
            <a:r>
              <a:rPr lang="ta" sz="3200" b="1" err="1"/>
              <a:t>Special</a:t>
            </a:r>
            <a:r>
              <a:rPr lang="ta" sz="3200" b="1"/>
              <a:t>?</a:t>
            </a:r>
            <a:endParaRPr lang="en-US" sz="3200" b="1"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1049491" y="1858691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Combines</a:t>
            </a:r>
            <a:r>
              <a:rPr lang="ta" sz="2200"/>
              <a:t> </a:t>
            </a:r>
            <a:r>
              <a:rPr lang="ta" sz="2200" err="1"/>
              <a:t>core</a:t>
            </a:r>
            <a:r>
              <a:rPr lang="ta" sz="2200"/>
              <a:t> </a:t>
            </a:r>
            <a:r>
              <a:rPr lang="ta" sz="2200" err="1"/>
              <a:t>web</a:t>
            </a:r>
            <a:r>
              <a:rPr lang="ta" sz="2200"/>
              <a:t> </a:t>
            </a:r>
            <a:r>
              <a:rPr lang="ta" sz="2200" err="1"/>
              <a:t>development</a:t>
            </a:r>
            <a:r>
              <a:rPr lang="ta" sz="2200"/>
              <a:t> </a:t>
            </a:r>
            <a:r>
              <a:rPr lang="ta" sz="2200" err="1"/>
              <a:t>with</a:t>
            </a:r>
            <a:r>
              <a:rPr lang="ta" sz="2200"/>
              <a:t> </a:t>
            </a:r>
            <a:r>
              <a:rPr lang="ta" sz="2200" err="1"/>
              <a:t>DevOps</a:t>
            </a:r>
            <a:r>
              <a:rPr lang="ta" sz="2200"/>
              <a:t> </a:t>
            </a:r>
            <a:r>
              <a:rPr lang="ta" sz="2200" err="1"/>
              <a:t>practices</a:t>
            </a:r>
            <a:endParaRPr lang="en-US" sz="2200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200" err="1"/>
              <a:t>Emphasizes</a:t>
            </a:r>
            <a:r>
              <a:rPr lang="ta" sz="2200"/>
              <a:t> </a:t>
            </a:r>
            <a:r>
              <a:rPr lang="ta" sz="2200" err="1"/>
              <a:t>accessibility</a:t>
            </a:r>
            <a:r>
              <a:rPr lang="ta" sz="2200"/>
              <a:t> </a:t>
            </a:r>
            <a:r>
              <a:rPr lang="ta" sz="2200" err="1"/>
              <a:t>with</a:t>
            </a:r>
            <a:r>
              <a:rPr lang="ta" sz="2200"/>
              <a:t> </a:t>
            </a:r>
            <a:r>
              <a:rPr lang="ta" sz="2200" err="1"/>
              <a:t>voice</a:t>
            </a:r>
            <a:r>
              <a:rPr lang="ta" sz="2200"/>
              <a:t> </a:t>
            </a:r>
            <a:r>
              <a:rPr lang="ta" sz="2200" err="1"/>
              <a:t>and</a:t>
            </a:r>
            <a:r>
              <a:rPr lang="ta" sz="2200"/>
              <a:t> </a:t>
            </a:r>
            <a:r>
              <a:rPr lang="ta" sz="2200" err="1"/>
              <a:t>language</a:t>
            </a:r>
            <a:r>
              <a:rPr lang="ta" sz="2200"/>
              <a:t> </a:t>
            </a:r>
            <a:r>
              <a:rPr lang="ta" sz="2200" err="1"/>
              <a:t>support</a:t>
            </a:r>
            <a:endParaRPr sz="2200"/>
          </a:p>
          <a:p>
            <a:pPr marL="342900" lvl="0" indent="-342900" algn="l" rtl="0"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r>
              <a:rPr lang="ta" sz="2200" err="1"/>
              <a:t>Real-world</a:t>
            </a:r>
            <a:r>
              <a:rPr lang="ta" sz="2200"/>
              <a:t> </a:t>
            </a:r>
            <a:r>
              <a:rPr lang="ta" sz="2200" err="1"/>
              <a:t>hosting</a:t>
            </a:r>
            <a:r>
              <a:rPr lang="ta" sz="2200"/>
              <a:t> </a:t>
            </a:r>
            <a:r>
              <a:rPr lang="ta" sz="2200" err="1"/>
              <a:t>on</a:t>
            </a:r>
            <a:r>
              <a:rPr lang="ta" sz="2200"/>
              <a:t> AWS, </a:t>
            </a:r>
            <a:r>
              <a:rPr lang="ta" sz="2200" err="1"/>
              <a:t>not</a:t>
            </a:r>
            <a:r>
              <a:rPr lang="ta" sz="2200"/>
              <a:t> </a:t>
            </a:r>
            <a:r>
              <a:rPr lang="ta" sz="2200" err="1"/>
              <a:t>just</a:t>
            </a:r>
            <a:r>
              <a:rPr lang="ta" sz="2200"/>
              <a:t> a </a:t>
            </a:r>
            <a:r>
              <a:rPr lang="ta" sz="2200" err="1"/>
              <a:t>local</a:t>
            </a:r>
            <a:r>
              <a:rPr lang="ta" sz="2200"/>
              <a:t> </a:t>
            </a:r>
            <a:r>
              <a:rPr lang="ta" sz="2200" err="1"/>
              <a:t>project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  <p:bldP spid="2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1049491" y="889769"/>
            <a:ext cx="7038900" cy="1043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Learning</a:t>
            </a:r>
            <a:r>
              <a:rPr lang="ta" sz="3200" b="1"/>
              <a:t> </a:t>
            </a:r>
            <a:r>
              <a:rPr lang="ta" sz="3200" b="1" err="1"/>
              <a:t>Outcomes</a:t>
            </a:r>
            <a:endParaRPr lang="en-US" sz="3200" b="1"/>
          </a:p>
        </p:txBody>
      </p:sp>
      <p:sp>
        <p:nvSpPr>
          <p:cNvPr id="219" name="Google Shape;219;p27"/>
          <p:cNvSpPr txBox="1">
            <a:spLocks noGrp="1"/>
          </p:cNvSpPr>
          <p:nvPr>
            <p:ph type="body" idx="1"/>
          </p:nvPr>
        </p:nvSpPr>
        <p:spPr>
          <a:xfrm>
            <a:off x="1049491" y="1740078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ta" sz="2400" err="1"/>
              <a:t>Flask</a:t>
            </a:r>
            <a:r>
              <a:rPr lang="ta" sz="2400"/>
              <a:t> + </a:t>
            </a:r>
            <a:r>
              <a:rPr lang="ta" sz="2400" err="1"/>
              <a:t>SQLite</a:t>
            </a:r>
            <a:r>
              <a:rPr lang="ta" sz="2400"/>
              <a:t> </a:t>
            </a:r>
            <a:r>
              <a:rPr lang="ta" sz="2400" err="1"/>
              <a:t>Integration</a:t>
            </a:r>
            <a:endParaRPr lang="en-US" sz="2400" err="1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400" err="1"/>
              <a:t>Secure</a:t>
            </a:r>
            <a:r>
              <a:rPr lang="ta" sz="2400"/>
              <a:t> </a:t>
            </a:r>
            <a:r>
              <a:rPr lang="ta" sz="2400" err="1"/>
              <a:t>web</a:t>
            </a:r>
            <a:r>
              <a:rPr lang="ta" sz="2400"/>
              <a:t> </a:t>
            </a:r>
            <a:r>
              <a:rPr lang="ta" sz="2400" err="1"/>
              <a:t>development</a:t>
            </a:r>
            <a:r>
              <a:rPr lang="ta" sz="2400"/>
              <a:t> </a:t>
            </a:r>
            <a:r>
              <a:rPr lang="ta" sz="2400" err="1"/>
              <a:t>practices</a:t>
            </a:r>
            <a:endParaRPr sz="2400" err="1"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Font typeface="Arial"/>
              <a:buChar char="•"/>
            </a:pPr>
            <a:r>
              <a:rPr lang="ta" sz="2400" err="1"/>
              <a:t>Cloud</a:t>
            </a:r>
            <a:r>
              <a:rPr lang="ta" sz="2400"/>
              <a:t> </a:t>
            </a:r>
            <a:r>
              <a:rPr lang="ta" sz="2400" err="1"/>
              <a:t>deployment</a:t>
            </a:r>
            <a:r>
              <a:rPr lang="ta" sz="2400"/>
              <a:t> </a:t>
            </a:r>
            <a:r>
              <a:rPr lang="ta" sz="2400" err="1"/>
              <a:t>and</a:t>
            </a:r>
            <a:r>
              <a:rPr lang="ta" sz="2400"/>
              <a:t> CI/CD </a:t>
            </a:r>
            <a:r>
              <a:rPr lang="ta" sz="2400" err="1"/>
              <a:t>pipelines</a:t>
            </a:r>
            <a:endParaRPr sz="2400" err="1"/>
          </a:p>
          <a:p>
            <a:pPr marL="342900" lvl="0" indent="-342900" algn="l" rtl="0"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r>
              <a:rPr lang="ta" sz="2400" err="1"/>
              <a:t>Real-world</a:t>
            </a:r>
            <a:r>
              <a:rPr lang="ta" sz="2400"/>
              <a:t> </a:t>
            </a:r>
            <a:r>
              <a:rPr lang="ta" sz="2400" err="1"/>
              <a:t>problem</a:t>
            </a:r>
            <a:r>
              <a:rPr lang="ta" sz="2400"/>
              <a:t> </a:t>
            </a:r>
            <a:r>
              <a:rPr lang="ta" sz="2400" err="1"/>
              <a:t>solving</a:t>
            </a:r>
            <a:r>
              <a:rPr lang="ta" sz="2400"/>
              <a:t> </a:t>
            </a:r>
            <a:r>
              <a:rPr lang="ta" sz="2400" err="1"/>
              <a:t>in</a:t>
            </a:r>
            <a:r>
              <a:rPr lang="ta" sz="2400"/>
              <a:t> </a:t>
            </a:r>
            <a:r>
              <a:rPr lang="ta" sz="2400" err="1"/>
              <a:t>file</a:t>
            </a:r>
            <a:r>
              <a:rPr lang="ta" sz="2400"/>
              <a:t> </a:t>
            </a:r>
            <a:r>
              <a:rPr lang="ta" sz="2400" err="1"/>
              <a:t>hosting</a:t>
            </a:r>
            <a:endParaRPr sz="2400" err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21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3200" b="1" err="1"/>
              <a:t>Closing</a:t>
            </a:r>
            <a:r>
              <a:rPr lang="ta" sz="3200" b="1"/>
              <a:t> </a:t>
            </a:r>
            <a:r>
              <a:rPr lang="ta" sz="3200" b="1" err="1"/>
              <a:t>Slide</a:t>
            </a:r>
            <a:endParaRPr lang="en-US" err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1650" err="1"/>
              <a:t>Thank</a:t>
            </a:r>
            <a:r>
              <a:rPr lang="ta" sz="1650"/>
              <a:t> </a:t>
            </a:r>
            <a:r>
              <a:rPr lang="ta" sz="1650" err="1"/>
              <a:t>You</a:t>
            </a:r>
            <a:r>
              <a:rPr lang="ta" sz="1650"/>
              <a:t>!</a:t>
            </a:r>
            <a:endParaRPr sz="16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" sz="1650" err="1"/>
              <a:t>Any</a:t>
            </a:r>
            <a:r>
              <a:rPr lang="ta" sz="1650"/>
              <a:t> </a:t>
            </a:r>
            <a:r>
              <a:rPr lang="ta" sz="1650" err="1"/>
              <a:t>Questions</a:t>
            </a:r>
            <a:r>
              <a:rPr lang="ta" sz="1650"/>
              <a:t>?</a:t>
            </a:r>
            <a:endParaRPr sz="16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88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/>
    </p:bld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Focus</vt:lpstr>
      <vt:lpstr>MINIGDRIVE A Full-Stack Cloud Storage Platform</vt:lpstr>
      <vt:lpstr>Abstract</vt:lpstr>
      <vt:lpstr>What is MiniGDrive?</vt:lpstr>
      <vt:lpstr>Key Features</vt:lpstr>
      <vt:lpstr>Secure Authentication</vt:lpstr>
      <vt:lpstr>File Management</vt:lpstr>
      <vt:lpstr>Voice &amp; Language Support</vt:lpstr>
      <vt:lpstr>Tech Stack</vt:lpstr>
      <vt:lpstr>DevOps &amp; Deployment</vt:lpstr>
      <vt:lpstr>Application Screenshots</vt:lpstr>
      <vt:lpstr>Login Page</vt:lpstr>
      <vt:lpstr>Dashboard Interface</vt:lpstr>
      <vt:lpstr>Trash and Restore Interface</vt:lpstr>
      <vt:lpstr>Mobile View &amp; Storage Visualization</vt:lpstr>
      <vt:lpstr>What makes it Special?</vt:lpstr>
      <vt:lpstr>Learning Outcomes</vt:lpstr>
      <vt:lpstr>Closing Slide  Thank You! Any 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2025-08-01T03:13:59Z</dcterms:modified>
</cp:coreProperties>
</file>